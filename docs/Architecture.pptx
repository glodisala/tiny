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ABC9-DED5-5724-CB50-4FBD937B9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740D0-A844-55BC-8B0D-F537041C8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B4851-3662-D6E9-78DA-7C01BB46A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4D1B0-DE69-BE8D-E6BD-90B6299A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2CE14-7613-DE6E-2B75-B97BCF90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DC361-62CA-63D9-F2FE-49ECCA9A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74E6-A421-992F-C7B1-4D4083AD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CC49A-79B0-4B06-0BB8-2C364CB0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56ACA-9502-FD90-C0C3-85055333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CE60C-FEB8-9DE9-5E3F-C59EDC5C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4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0769-1118-1FAB-8CB4-2780A02D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281A0-0045-1CC9-F744-CDDFC0AD2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C449E-1276-D55D-DA2E-D555315C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6CB72-C72D-AAEE-1DD9-2D10D7F8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FEB04-DA26-7BA5-1729-C9A3EE15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87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7A3E-8CE2-4EB8-29CC-B75251E9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E9B87-9D9B-6233-B17E-B8746A2B2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7A83D-E439-EA25-1432-128E0CDAE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EB1B4-5861-5E40-ABA7-999F41A1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3077F-55CC-763E-E66F-68329E01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DF66D-4C52-6289-A8A7-DD895BBE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CA137-4154-64CD-C1DF-8072B278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9748E-09B8-4372-EED2-F39614C91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15DF6-FAC8-4A04-E067-9013CF4A5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AFC35-B8D2-DA15-2109-671D2D6D8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20701-9BD4-88A8-666A-C2E05FED0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9F7AB-A930-D9C7-3262-000F30154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2C2AD-05F9-2314-FDD1-AA5649764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45080-B835-C891-2546-BA8737E6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7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7C06-7833-0117-DB21-AA5E4A03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25F00-160E-481C-CFFB-C38B683D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F6B00-410C-F2EE-D466-CDE14727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595A3-1BCB-8878-86E9-91BFE785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92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60442-44D4-6019-F568-9093130E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F4A27-D0D3-E7D3-72FB-C2D70294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D5321-4B5D-18DC-5353-D765B36AB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3AC2-8E73-B6EB-B273-F88D368A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23FAD-019C-0493-5E3C-92853EEF6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38142-969D-0116-8C11-CCDDFC1D3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E365D-0F46-E60A-B170-7B12B98A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0A6C6-CBFA-3EB1-2419-124F08B0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EB035-762A-1FED-CB04-CD046FEC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0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80CB-3E06-7298-4793-FB2F7C4A6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12578-2771-B64B-FFBF-A4BEA09B6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1F9EB-F581-68B6-E04F-5043596DA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F7473-39D9-5F15-EC22-DF86DB77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C7E4F-DB27-28E4-948A-833424246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7B09C-C081-4CD3-3E2E-B7576EFD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6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FBD4B-8561-A72F-C763-AD0E6CDC0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F64D3-2D3F-9EFC-CEFE-0155315C8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85AE0-6904-31BC-3EAE-F391C1FA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05D34-F630-6EE3-E24E-BD97964D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7C307-764C-06F6-EF91-02F2102D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2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1A8AA1-A9BD-BF0D-4B84-60D37B3B7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F0593-EE17-4225-0D31-3FD5E2238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D7F35-330E-3B4F-F2A4-06673548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84DF8-BA5F-53D9-23C7-41C2711A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0139A-0128-89A9-C18C-82CED95E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01C42-1BD7-D4D5-9F4E-18AD0433E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407E0-A836-2B56-9A23-AA70D4793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AB5D4-F6FC-3A70-CD1D-0762B8FA6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E69E0-5B02-4D5E-BB71-971307989417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8A4EE-709C-C90C-E6F1-787853A86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9B11-720D-32F6-6250-71668062B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E5EFA-3004-4415-88E3-E3D6A42B2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4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27632CB-E8DC-E395-5790-9FA2955E2C75}"/>
              </a:ext>
            </a:extLst>
          </p:cNvPr>
          <p:cNvGrpSpPr/>
          <p:nvPr/>
        </p:nvGrpSpPr>
        <p:grpSpPr>
          <a:xfrm>
            <a:off x="4312285" y="1419225"/>
            <a:ext cx="1504950" cy="1504950"/>
            <a:chOff x="3413125" y="1419225"/>
            <a:chExt cx="1504950" cy="15049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6636B9-7016-0860-B341-3FACB4951086}"/>
                </a:ext>
              </a:extLst>
            </p:cNvPr>
            <p:cNvSpPr/>
            <p:nvPr/>
          </p:nvSpPr>
          <p:spPr>
            <a:xfrm>
              <a:off x="3413125" y="1419225"/>
              <a:ext cx="1504950" cy="150495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Control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898B97-D9C6-9EB8-F911-ABDE410353CB}"/>
                </a:ext>
              </a:extLst>
            </p:cNvPr>
            <p:cNvSpPr/>
            <p:nvPr/>
          </p:nvSpPr>
          <p:spPr>
            <a:xfrm>
              <a:off x="3770312" y="2482850"/>
              <a:ext cx="790575" cy="377825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Flags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5B5719B-0ED5-7AE3-8247-DEA987781701}"/>
              </a:ext>
            </a:extLst>
          </p:cNvPr>
          <p:cNvSpPr/>
          <p:nvPr/>
        </p:nvSpPr>
        <p:spPr>
          <a:xfrm>
            <a:off x="5083639" y="4796475"/>
            <a:ext cx="2183003" cy="4084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16 8bit registers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A6947B-185F-F5EC-5A0E-A6570DE9DD15}"/>
              </a:ext>
            </a:extLst>
          </p:cNvPr>
          <p:cNvGrpSpPr/>
          <p:nvPr/>
        </p:nvGrpSpPr>
        <p:grpSpPr>
          <a:xfrm>
            <a:off x="7627262" y="2044872"/>
            <a:ext cx="1333771" cy="1064179"/>
            <a:chOff x="5013214" y="2552420"/>
            <a:chExt cx="1333771" cy="1064179"/>
          </a:xfrm>
        </p:grpSpPr>
        <p:sp>
          <p:nvSpPr>
            <p:cNvPr id="9" name="Half Frame 8">
              <a:extLst>
                <a:ext uri="{FF2B5EF4-FFF2-40B4-BE49-F238E27FC236}">
                  <a16:creationId xmlns:a16="http://schemas.microsoft.com/office/drawing/2014/main" id="{C3D26825-931E-53C4-0BF1-D686663A9F32}"/>
                </a:ext>
              </a:extLst>
            </p:cNvPr>
            <p:cNvSpPr/>
            <p:nvPr/>
          </p:nvSpPr>
          <p:spPr>
            <a:xfrm rot="8092333">
              <a:off x="5013239" y="2552395"/>
              <a:ext cx="1064179" cy="1064230"/>
            </a:xfrm>
            <a:prstGeom prst="halfFrame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A90EDD-4A6A-B7DB-7580-A99B62DFCA5C}"/>
                </a:ext>
              </a:extLst>
            </p:cNvPr>
            <p:cNvSpPr/>
            <p:nvPr/>
          </p:nvSpPr>
          <p:spPr>
            <a:xfrm>
              <a:off x="5688393" y="2924175"/>
              <a:ext cx="658592" cy="320675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ALU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D020BA2-F51D-DBAA-A982-DE7A7D2B955A}"/>
              </a:ext>
            </a:extLst>
          </p:cNvPr>
          <p:cNvSpPr/>
          <p:nvPr/>
        </p:nvSpPr>
        <p:spPr>
          <a:xfrm>
            <a:off x="2486469" y="4796475"/>
            <a:ext cx="2183003" cy="4084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256 w 8bit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7DE7B5-DE9D-5FB6-3B06-9A004331C405}"/>
              </a:ext>
            </a:extLst>
          </p:cNvPr>
          <p:cNvSpPr/>
          <p:nvPr/>
        </p:nvSpPr>
        <p:spPr>
          <a:xfrm>
            <a:off x="-43928" y="1398270"/>
            <a:ext cx="1908608" cy="380758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Program 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D61224-2076-E779-096B-62718EA9657D}"/>
              </a:ext>
            </a:extLst>
          </p:cNvPr>
          <p:cNvSpPr/>
          <p:nvPr/>
        </p:nvSpPr>
        <p:spPr>
          <a:xfrm>
            <a:off x="2601803" y="1398270"/>
            <a:ext cx="363538" cy="1525905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A191807-A516-87A4-59C3-71E176BF1A2D}"/>
              </a:ext>
            </a:extLst>
          </p:cNvPr>
          <p:cNvCxnSpPr>
            <a:cxnSpLocks/>
          </p:cNvCxnSpPr>
          <p:nvPr/>
        </p:nvCxnSpPr>
        <p:spPr>
          <a:xfrm flipV="1">
            <a:off x="2963393" y="2665015"/>
            <a:ext cx="1346944" cy="109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76EFC1F-6725-E65E-A144-7091EBCA1011}"/>
              </a:ext>
            </a:extLst>
          </p:cNvPr>
          <p:cNvSpPr/>
          <p:nvPr/>
        </p:nvSpPr>
        <p:spPr>
          <a:xfrm>
            <a:off x="3115214" y="1375258"/>
            <a:ext cx="1045250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 code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257937-594B-CB55-FD9B-97947740EDAB}"/>
              </a:ext>
            </a:extLst>
          </p:cNvPr>
          <p:cNvCxnSpPr>
            <a:cxnSpLocks/>
          </p:cNvCxnSpPr>
          <p:nvPr/>
        </p:nvCxnSpPr>
        <p:spPr>
          <a:xfrm flipV="1">
            <a:off x="2963393" y="1695933"/>
            <a:ext cx="1346944" cy="109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BA2CC7E-F973-2F22-4E5E-3406F0E632BF}"/>
              </a:ext>
            </a:extLst>
          </p:cNvPr>
          <p:cNvSpPr/>
          <p:nvPr/>
        </p:nvSpPr>
        <p:spPr>
          <a:xfrm>
            <a:off x="2982249" y="2353481"/>
            <a:ext cx="1254125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Operands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AA16C4A-E6B0-2ABC-7488-FD2C2BD0BE0F}"/>
              </a:ext>
            </a:extLst>
          </p:cNvPr>
          <p:cNvCxnSpPr>
            <a:cxnSpLocks/>
          </p:cNvCxnSpPr>
          <p:nvPr/>
        </p:nvCxnSpPr>
        <p:spPr>
          <a:xfrm>
            <a:off x="4585430" y="2930696"/>
            <a:ext cx="0" cy="187244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Top Corners Snipped 46">
            <a:extLst>
              <a:ext uri="{FF2B5EF4-FFF2-40B4-BE49-F238E27FC236}">
                <a16:creationId xmlns:a16="http://schemas.microsoft.com/office/drawing/2014/main" id="{8A4C31A3-AE3A-50EC-9B07-12103211B44B}"/>
              </a:ext>
            </a:extLst>
          </p:cNvPr>
          <p:cNvSpPr/>
          <p:nvPr/>
        </p:nvSpPr>
        <p:spPr>
          <a:xfrm rot="5400000">
            <a:off x="7061141" y="1851609"/>
            <a:ext cx="617218" cy="386526"/>
          </a:xfrm>
          <a:prstGeom prst="snip2Same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Mux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CF2F3DD-CB6F-8A76-81DC-55BEE0241F00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5064759" y="815340"/>
            <a:ext cx="1" cy="6038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66B6C4D-012E-DB56-C418-7097A760FB81}"/>
              </a:ext>
            </a:extLst>
          </p:cNvPr>
          <p:cNvCxnSpPr>
            <a:cxnSpLocks/>
          </p:cNvCxnSpPr>
          <p:nvPr/>
        </p:nvCxnSpPr>
        <p:spPr>
          <a:xfrm>
            <a:off x="2783572" y="834720"/>
            <a:ext cx="22811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996C670-FE91-348A-34A5-65D850FEF4F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783572" y="815340"/>
            <a:ext cx="0" cy="58293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E49BAB3-81F1-94F0-9AE3-4A0F4EE5CDD5}"/>
              </a:ext>
            </a:extLst>
          </p:cNvPr>
          <p:cNvCxnSpPr>
            <a:cxnSpLocks/>
          </p:cNvCxnSpPr>
          <p:nvPr/>
        </p:nvCxnSpPr>
        <p:spPr>
          <a:xfrm flipV="1">
            <a:off x="5813961" y="1821466"/>
            <a:ext cx="1346944" cy="109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6B38CADA-7333-9ED8-A400-6AFDED545880}"/>
              </a:ext>
            </a:extLst>
          </p:cNvPr>
          <p:cNvSpPr/>
          <p:nvPr/>
        </p:nvSpPr>
        <p:spPr>
          <a:xfrm>
            <a:off x="5832817" y="1509933"/>
            <a:ext cx="1254125" cy="2786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Imm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E16FF8D-5CF0-93E4-4C73-858AD13B08A5}"/>
              </a:ext>
            </a:extLst>
          </p:cNvPr>
          <p:cNvGrpSpPr/>
          <p:nvPr/>
        </p:nvGrpSpPr>
        <p:grpSpPr>
          <a:xfrm>
            <a:off x="5299205" y="2930695"/>
            <a:ext cx="782637" cy="1872445"/>
            <a:chOff x="5303650" y="2930695"/>
            <a:chExt cx="782637" cy="18724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FA58CAF1-1283-D291-EFA1-635765D85051}"/>
                </a:ext>
              </a:extLst>
            </p:cNvPr>
            <p:cNvGrpSpPr/>
            <p:nvPr/>
          </p:nvGrpSpPr>
          <p:grpSpPr>
            <a:xfrm>
              <a:off x="5303650" y="2930696"/>
              <a:ext cx="456435" cy="1872444"/>
              <a:chOff x="5303650" y="2930696"/>
              <a:chExt cx="456435" cy="1872444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EB60622-CE7A-B2FF-A570-3E52E77BEB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7172" y="2945001"/>
                <a:ext cx="0" cy="185813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C6E019A-B066-AC1B-38A4-A57CFF794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0085" y="2930696"/>
                <a:ext cx="0" cy="185813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09C15C12-9084-E662-AAB1-78A5E2ACEE0F}"/>
                  </a:ext>
                </a:extLst>
              </p:cNvPr>
              <p:cNvSpPr/>
              <p:nvPr/>
            </p:nvSpPr>
            <p:spPr>
              <a:xfrm rot="5400000">
                <a:off x="4836925" y="3397421"/>
                <a:ext cx="1254125" cy="320675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Add_a</a:t>
                </a:r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A134F0E-3BDB-9E29-8D70-15F0B2B7C114}"/>
                </a:ext>
              </a:extLst>
            </p:cNvPr>
            <p:cNvSpPr/>
            <p:nvPr/>
          </p:nvSpPr>
          <p:spPr>
            <a:xfrm rot="5400000">
              <a:off x="5298887" y="3397420"/>
              <a:ext cx="1254125" cy="320675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Add_b</a:t>
              </a:r>
            </a:p>
          </p:txBody>
        </p:sp>
      </p:grp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3B440807-3AC4-719D-76B1-EEE391481F0D}"/>
              </a:ext>
            </a:extLst>
          </p:cNvPr>
          <p:cNvCxnSpPr>
            <a:cxnSpLocks/>
            <a:endCxn id="9" idx="0"/>
          </p:cNvCxnSpPr>
          <p:nvPr/>
        </p:nvCxnSpPr>
        <p:spPr>
          <a:xfrm rot="5400000" flipH="1" flipV="1">
            <a:off x="6741053" y="3369381"/>
            <a:ext cx="1710189" cy="1128721"/>
          </a:xfrm>
          <a:prstGeom prst="bentConnector3">
            <a:avLst>
              <a:gd name="adj1" fmla="val 999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D8AE95D1-3D67-5A70-73FF-6F5EEB7DFA1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84495" y="3120063"/>
            <a:ext cx="2548147" cy="804678"/>
          </a:xfrm>
          <a:prstGeom prst="bentConnector3">
            <a:avLst>
              <a:gd name="adj1" fmla="val 1000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819EA74-887D-22F6-E156-AE27A9421FDD}"/>
              </a:ext>
            </a:extLst>
          </p:cNvPr>
          <p:cNvCxnSpPr>
            <a:cxnSpLocks/>
          </p:cNvCxnSpPr>
          <p:nvPr/>
        </p:nvCxnSpPr>
        <p:spPr>
          <a:xfrm>
            <a:off x="7563013" y="2035791"/>
            <a:ext cx="558637" cy="90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5CC5EE45-FCF6-FBDA-51C7-26666B6110BD}"/>
              </a:ext>
            </a:extLst>
          </p:cNvPr>
          <p:cNvCxnSpPr>
            <a:cxnSpLocks/>
          </p:cNvCxnSpPr>
          <p:nvPr/>
        </p:nvCxnSpPr>
        <p:spPr>
          <a:xfrm flipH="1">
            <a:off x="8527362" y="2576964"/>
            <a:ext cx="400098" cy="2423726"/>
          </a:xfrm>
          <a:prstGeom prst="bentConnector3">
            <a:avLst>
              <a:gd name="adj1" fmla="val -8832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: Top Corners Snipped 124">
            <a:extLst>
              <a:ext uri="{FF2B5EF4-FFF2-40B4-BE49-F238E27FC236}">
                <a16:creationId xmlns:a16="http://schemas.microsoft.com/office/drawing/2014/main" id="{BB09BCAD-F676-1240-5687-72E6F396297A}"/>
              </a:ext>
            </a:extLst>
          </p:cNvPr>
          <p:cNvSpPr/>
          <p:nvPr/>
        </p:nvSpPr>
        <p:spPr>
          <a:xfrm rot="16200000">
            <a:off x="8059063" y="4807428"/>
            <a:ext cx="617218" cy="386526"/>
          </a:xfrm>
          <a:prstGeom prst="snip2Same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Mux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8D62382-F754-E250-D881-7740F4F2234D}"/>
              </a:ext>
            </a:extLst>
          </p:cNvPr>
          <p:cNvCxnSpPr>
            <a:cxnSpLocks/>
            <a:stCxn id="125" idx="3"/>
            <a:endCxn id="8" idx="3"/>
          </p:cNvCxnSpPr>
          <p:nvPr/>
        </p:nvCxnSpPr>
        <p:spPr>
          <a:xfrm flipH="1">
            <a:off x="7266642" y="5000691"/>
            <a:ext cx="9077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AAE51D8-5169-DD0D-50B8-BF75757A6863}"/>
              </a:ext>
            </a:extLst>
          </p:cNvPr>
          <p:cNvSpPr/>
          <p:nvPr/>
        </p:nvSpPr>
        <p:spPr>
          <a:xfrm>
            <a:off x="7115828" y="4692080"/>
            <a:ext cx="1254125" cy="2786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Data_in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E1FB7AF3-9718-AA4B-2EC1-139B615204B8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3959440" y="3876492"/>
            <a:ext cx="2069996" cy="17840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48FF65B-C5A4-BE74-AC99-01FD1855B958}"/>
              </a:ext>
            </a:extLst>
          </p:cNvPr>
          <p:cNvSpPr/>
          <p:nvPr/>
        </p:nvSpPr>
        <p:spPr>
          <a:xfrm rot="5400000">
            <a:off x="4289180" y="3598118"/>
            <a:ext cx="1572224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Write_enable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C68088D-EE2D-EBF7-1971-FFDBF2C44959}"/>
              </a:ext>
            </a:extLst>
          </p:cNvPr>
          <p:cNvSpPr/>
          <p:nvPr/>
        </p:nvSpPr>
        <p:spPr>
          <a:xfrm>
            <a:off x="6459879" y="1955982"/>
            <a:ext cx="425112" cy="2786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39063B4-D9B0-F308-A137-02DBE0F3D98C}"/>
              </a:ext>
            </a:extLst>
          </p:cNvPr>
          <p:cNvSpPr/>
          <p:nvPr/>
        </p:nvSpPr>
        <p:spPr>
          <a:xfrm>
            <a:off x="7292896" y="2752291"/>
            <a:ext cx="425112" cy="2786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3453B62-1CF4-95ED-2BA2-35FB20004DAC}"/>
              </a:ext>
            </a:extLst>
          </p:cNvPr>
          <p:cNvCxnSpPr>
            <a:cxnSpLocks/>
          </p:cNvCxnSpPr>
          <p:nvPr/>
        </p:nvCxnSpPr>
        <p:spPr>
          <a:xfrm flipV="1">
            <a:off x="6828494" y="597563"/>
            <a:ext cx="0" cy="12297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E291C1A-6C7A-B503-239B-76644F68524F}"/>
              </a:ext>
            </a:extLst>
          </p:cNvPr>
          <p:cNvCxnSpPr>
            <a:cxnSpLocks/>
          </p:cNvCxnSpPr>
          <p:nvPr/>
        </p:nvCxnSpPr>
        <p:spPr>
          <a:xfrm>
            <a:off x="6820275" y="589062"/>
            <a:ext cx="2890653" cy="68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B14963A1-63B2-BAD7-8855-73D89C1E04C2}"/>
              </a:ext>
            </a:extLst>
          </p:cNvPr>
          <p:cNvCxnSpPr>
            <a:cxnSpLocks/>
          </p:cNvCxnSpPr>
          <p:nvPr/>
        </p:nvCxnSpPr>
        <p:spPr>
          <a:xfrm rot="5400000">
            <a:off x="6847100" y="2346476"/>
            <a:ext cx="4587846" cy="1129017"/>
          </a:xfrm>
          <a:prstGeom prst="bentConnector3">
            <a:avLst>
              <a:gd name="adj1" fmla="val 1000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7285BA6-4D98-8A9A-A9F5-2DE388F7AB64}"/>
              </a:ext>
            </a:extLst>
          </p:cNvPr>
          <p:cNvCxnSpPr>
            <a:cxnSpLocks/>
          </p:cNvCxnSpPr>
          <p:nvPr/>
        </p:nvCxnSpPr>
        <p:spPr>
          <a:xfrm>
            <a:off x="1864680" y="1764678"/>
            <a:ext cx="737123" cy="71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ACDD500-D75C-0306-6C53-9AC787318377}"/>
              </a:ext>
            </a:extLst>
          </p:cNvPr>
          <p:cNvSpPr/>
          <p:nvPr/>
        </p:nvSpPr>
        <p:spPr>
          <a:xfrm>
            <a:off x="2012415" y="1411203"/>
            <a:ext cx="618568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E31FAB3-8791-553B-70F6-78540CD9CF05}"/>
              </a:ext>
            </a:extLst>
          </p:cNvPr>
          <p:cNvCxnSpPr>
            <a:cxnSpLocks/>
          </p:cNvCxnSpPr>
          <p:nvPr/>
        </p:nvCxnSpPr>
        <p:spPr>
          <a:xfrm flipH="1">
            <a:off x="1864680" y="2482539"/>
            <a:ext cx="714681" cy="3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5CBF93-A2B2-E273-1C11-94910F5CDEE0}"/>
              </a:ext>
            </a:extLst>
          </p:cNvPr>
          <p:cNvSpPr/>
          <p:nvPr/>
        </p:nvSpPr>
        <p:spPr>
          <a:xfrm>
            <a:off x="1827347" y="2095952"/>
            <a:ext cx="768333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Addr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B0FEDF83-BD74-EF24-095C-1DAC608B2A47}"/>
              </a:ext>
            </a:extLst>
          </p:cNvPr>
          <p:cNvCxnSpPr>
            <a:cxnSpLocks/>
          </p:cNvCxnSpPr>
          <p:nvPr/>
        </p:nvCxnSpPr>
        <p:spPr>
          <a:xfrm>
            <a:off x="7058880" y="3758457"/>
            <a:ext cx="1505171" cy="1038019"/>
          </a:xfrm>
          <a:prstGeom prst="bentConnector3">
            <a:avLst>
              <a:gd name="adj1" fmla="val 12229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82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E258-9D70-FB89-FA9C-59AC68C1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B40F3BD-8480-4F4C-FEA7-C3D0F5763D5F}"/>
              </a:ext>
            </a:extLst>
          </p:cNvPr>
          <p:cNvGrpSpPr/>
          <p:nvPr/>
        </p:nvGrpSpPr>
        <p:grpSpPr>
          <a:xfrm>
            <a:off x="4312285" y="1419225"/>
            <a:ext cx="1504950" cy="1504950"/>
            <a:chOff x="3413125" y="1419225"/>
            <a:chExt cx="1504950" cy="15049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05BB3A-2F11-B92B-6051-DEE8A0756DA5}"/>
                </a:ext>
              </a:extLst>
            </p:cNvPr>
            <p:cNvSpPr/>
            <p:nvPr/>
          </p:nvSpPr>
          <p:spPr>
            <a:xfrm>
              <a:off x="3413125" y="1419225"/>
              <a:ext cx="1504950" cy="150495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Control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8146FD5-E8A3-DAB4-FBA7-334CE555EEFD}"/>
                </a:ext>
              </a:extLst>
            </p:cNvPr>
            <p:cNvSpPr/>
            <p:nvPr/>
          </p:nvSpPr>
          <p:spPr>
            <a:xfrm>
              <a:off x="3770312" y="2482850"/>
              <a:ext cx="790575" cy="377825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Flags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1E2279A-70CB-5A83-5183-EA1C8BE5E445}"/>
              </a:ext>
            </a:extLst>
          </p:cNvPr>
          <p:cNvSpPr/>
          <p:nvPr/>
        </p:nvSpPr>
        <p:spPr>
          <a:xfrm>
            <a:off x="5083639" y="4796475"/>
            <a:ext cx="2183003" cy="4084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16 8bit registers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F7599-504F-D3F2-6996-5BD22B902DDC}"/>
              </a:ext>
            </a:extLst>
          </p:cNvPr>
          <p:cNvGrpSpPr/>
          <p:nvPr/>
        </p:nvGrpSpPr>
        <p:grpSpPr>
          <a:xfrm>
            <a:off x="7627262" y="2044872"/>
            <a:ext cx="1333771" cy="1064179"/>
            <a:chOff x="5013214" y="2552420"/>
            <a:chExt cx="1333771" cy="1064179"/>
          </a:xfrm>
        </p:grpSpPr>
        <p:sp>
          <p:nvSpPr>
            <p:cNvPr id="9" name="Half Frame 8">
              <a:extLst>
                <a:ext uri="{FF2B5EF4-FFF2-40B4-BE49-F238E27FC236}">
                  <a16:creationId xmlns:a16="http://schemas.microsoft.com/office/drawing/2014/main" id="{C93F06AC-AF8A-74A4-D3B2-DA31F7E55835}"/>
                </a:ext>
              </a:extLst>
            </p:cNvPr>
            <p:cNvSpPr/>
            <p:nvPr/>
          </p:nvSpPr>
          <p:spPr>
            <a:xfrm rot="8092333">
              <a:off x="5013239" y="2552395"/>
              <a:ext cx="1064179" cy="1064230"/>
            </a:xfrm>
            <a:prstGeom prst="halfFrame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5B3C04-3358-159D-EA8C-A1747143796A}"/>
                </a:ext>
              </a:extLst>
            </p:cNvPr>
            <p:cNvSpPr/>
            <p:nvPr/>
          </p:nvSpPr>
          <p:spPr>
            <a:xfrm>
              <a:off x="5688393" y="2924175"/>
              <a:ext cx="658592" cy="320675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ALU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4152E21-53A4-2631-58EA-6E47B7F3D97D}"/>
              </a:ext>
            </a:extLst>
          </p:cNvPr>
          <p:cNvSpPr/>
          <p:nvPr/>
        </p:nvSpPr>
        <p:spPr>
          <a:xfrm>
            <a:off x="2486469" y="4796475"/>
            <a:ext cx="2183003" cy="408432"/>
          </a:xfrm>
          <a:prstGeom prst="rect">
            <a:avLst/>
          </a:prstGeom>
          <a:solidFill>
            <a:srgbClr val="92D05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256 w 8bit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0BC9E9-6554-795B-7E14-4B72D355D952}"/>
              </a:ext>
            </a:extLst>
          </p:cNvPr>
          <p:cNvSpPr/>
          <p:nvPr/>
        </p:nvSpPr>
        <p:spPr>
          <a:xfrm>
            <a:off x="-43928" y="1398270"/>
            <a:ext cx="1908608" cy="3807587"/>
          </a:xfrm>
          <a:prstGeom prst="rect">
            <a:avLst/>
          </a:prstGeom>
          <a:solidFill>
            <a:srgbClr val="92D05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Program 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88FE7-D95A-941D-1874-10F2D29547D0}"/>
              </a:ext>
            </a:extLst>
          </p:cNvPr>
          <p:cNvSpPr/>
          <p:nvPr/>
        </p:nvSpPr>
        <p:spPr>
          <a:xfrm>
            <a:off x="2601803" y="1398270"/>
            <a:ext cx="363538" cy="1525905"/>
          </a:xfrm>
          <a:prstGeom prst="rect">
            <a:avLst/>
          </a:prstGeom>
          <a:solidFill>
            <a:srgbClr val="92D05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15018D-7C37-BC88-DE34-8BBD4E6CF505}"/>
              </a:ext>
            </a:extLst>
          </p:cNvPr>
          <p:cNvCxnSpPr>
            <a:cxnSpLocks/>
          </p:cNvCxnSpPr>
          <p:nvPr/>
        </p:nvCxnSpPr>
        <p:spPr>
          <a:xfrm flipV="1">
            <a:off x="2963393" y="2665015"/>
            <a:ext cx="1346944" cy="109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F4DA9EF-38F0-8714-B01C-A2EF921C9B93}"/>
              </a:ext>
            </a:extLst>
          </p:cNvPr>
          <p:cNvSpPr/>
          <p:nvPr/>
        </p:nvSpPr>
        <p:spPr>
          <a:xfrm>
            <a:off x="3115214" y="1375258"/>
            <a:ext cx="1045250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 code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99866DB-9B4F-B801-B502-53B2D749DD09}"/>
              </a:ext>
            </a:extLst>
          </p:cNvPr>
          <p:cNvCxnSpPr>
            <a:cxnSpLocks/>
          </p:cNvCxnSpPr>
          <p:nvPr/>
        </p:nvCxnSpPr>
        <p:spPr>
          <a:xfrm flipV="1">
            <a:off x="2963393" y="1695933"/>
            <a:ext cx="1346944" cy="109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477344D-6DA3-00B4-4EDB-0596DC20C8D9}"/>
              </a:ext>
            </a:extLst>
          </p:cNvPr>
          <p:cNvSpPr/>
          <p:nvPr/>
        </p:nvSpPr>
        <p:spPr>
          <a:xfrm>
            <a:off x="2982249" y="2353481"/>
            <a:ext cx="1254125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Operands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10B9A32-94C5-DA37-3EBC-09D8AFEB1E09}"/>
              </a:ext>
            </a:extLst>
          </p:cNvPr>
          <p:cNvCxnSpPr>
            <a:cxnSpLocks/>
          </p:cNvCxnSpPr>
          <p:nvPr/>
        </p:nvCxnSpPr>
        <p:spPr>
          <a:xfrm>
            <a:off x="4585430" y="2930696"/>
            <a:ext cx="0" cy="187244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Top Corners Snipped 46">
            <a:extLst>
              <a:ext uri="{FF2B5EF4-FFF2-40B4-BE49-F238E27FC236}">
                <a16:creationId xmlns:a16="http://schemas.microsoft.com/office/drawing/2014/main" id="{A9F3E61B-D678-DDD0-7D5C-21CC05EDC372}"/>
              </a:ext>
            </a:extLst>
          </p:cNvPr>
          <p:cNvSpPr/>
          <p:nvPr/>
        </p:nvSpPr>
        <p:spPr>
          <a:xfrm rot="5400000">
            <a:off x="7061141" y="1851609"/>
            <a:ext cx="617218" cy="386526"/>
          </a:xfrm>
          <a:prstGeom prst="snip2Same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Mux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98B9957-30A2-C43E-52F4-B43554496CD0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5064759" y="815340"/>
            <a:ext cx="1" cy="6038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0917586-E429-36CB-7087-85DC731ECF4A}"/>
              </a:ext>
            </a:extLst>
          </p:cNvPr>
          <p:cNvCxnSpPr>
            <a:cxnSpLocks/>
          </p:cNvCxnSpPr>
          <p:nvPr/>
        </p:nvCxnSpPr>
        <p:spPr>
          <a:xfrm>
            <a:off x="2783572" y="834720"/>
            <a:ext cx="22811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CECC91F-27BC-60CD-CB6E-1ED30589EB41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783572" y="815340"/>
            <a:ext cx="0" cy="58293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EDF06A8-4F13-F119-F666-9CAFB36A98EB}"/>
              </a:ext>
            </a:extLst>
          </p:cNvPr>
          <p:cNvCxnSpPr>
            <a:cxnSpLocks/>
          </p:cNvCxnSpPr>
          <p:nvPr/>
        </p:nvCxnSpPr>
        <p:spPr>
          <a:xfrm flipV="1">
            <a:off x="5813961" y="1821466"/>
            <a:ext cx="1346944" cy="1095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35BE2805-3AA7-DFF7-4098-E61023444330}"/>
              </a:ext>
            </a:extLst>
          </p:cNvPr>
          <p:cNvSpPr/>
          <p:nvPr/>
        </p:nvSpPr>
        <p:spPr>
          <a:xfrm>
            <a:off x="5832817" y="1509933"/>
            <a:ext cx="1254125" cy="2786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Imm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B657CED-F9A1-6DEC-A60C-B1CF73A8F538}"/>
              </a:ext>
            </a:extLst>
          </p:cNvPr>
          <p:cNvGrpSpPr/>
          <p:nvPr/>
        </p:nvGrpSpPr>
        <p:grpSpPr>
          <a:xfrm>
            <a:off x="5299205" y="2930695"/>
            <a:ext cx="782637" cy="1872445"/>
            <a:chOff x="5303650" y="2930695"/>
            <a:chExt cx="782637" cy="18724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7479633-32FC-8489-EC2B-93A4B006FB63}"/>
                </a:ext>
              </a:extLst>
            </p:cNvPr>
            <p:cNvGrpSpPr/>
            <p:nvPr/>
          </p:nvGrpSpPr>
          <p:grpSpPr>
            <a:xfrm>
              <a:off x="5303650" y="2930696"/>
              <a:ext cx="456435" cy="1872444"/>
              <a:chOff x="5303650" y="2930696"/>
              <a:chExt cx="456435" cy="1872444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73BF861-C22A-5EFA-16BE-25D7E00A4B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7172" y="2945001"/>
                <a:ext cx="0" cy="185813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10DDB641-390A-554F-C876-611F59F93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0085" y="2930696"/>
                <a:ext cx="0" cy="185813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C4DB847-0794-F438-5CE9-9A262C539D90}"/>
                  </a:ext>
                </a:extLst>
              </p:cNvPr>
              <p:cNvSpPr/>
              <p:nvPr/>
            </p:nvSpPr>
            <p:spPr>
              <a:xfrm rot="5400000">
                <a:off x="4836925" y="3397421"/>
                <a:ext cx="1254125" cy="320675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Add_a</a:t>
                </a:r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02BD970-0DC9-8D59-82A6-2C86095A41FB}"/>
                </a:ext>
              </a:extLst>
            </p:cNvPr>
            <p:cNvSpPr/>
            <p:nvPr/>
          </p:nvSpPr>
          <p:spPr>
            <a:xfrm rot="5400000">
              <a:off x="5298887" y="3397420"/>
              <a:ext cx="1254125" cy="320675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Add_b</a:t>
              </a:r>
            </a:p>
          </p:txBody>
        </p:sp>
      </p:grp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A5C36A7E-108A-DF6D-B201-29A8D3A4953A}"/>
              </a:ext>
            </a:extLst>
          </p:cNvPr>
          <p:cNvCxnSpPr>
            <a:cxnSpLocks/>
            <a:endCxn id="9" idx="0"/>
          </p:cNvCxnSpPr>
          <p:nvPr/>
        </p:nvCxnSpPr>
        <p:spPr>
          <a:xfrm rot="5400000" flipH="1" flipV="1">
            <a:off x="6741053" y="3369381"/>
            <a:ext cx="1710189" cy="1128721"/>
          </a:xfrm>
          <a:prstGeom prst="bentConnector3">
            <a:avLst>
              <a:gd name="adj1" fmla="val 999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3DC50005-F4D9-6141-6769-F10070947D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84495" y="3120063"/>
            <a:ext cx="2548147" cy="804678"/>
          </a:xfrm>
          <a:prstGeom prst="bentConnector3">
            <a:avLst>
              <a:gd name="adj1" fmla="val 1000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EFC25BA-AFE9-E50C-5A57-2798231E380D}"/>
              </a:ext>
            </a:extLst>
          </p:cNvPr>
          <p:cNvCxnSpPr>
            <a:cxnSpLocks/>
          </p:cNvCxnSpPr>
          <p:nvPr/>
        </p:nvCxnSpPr>
        <p:spPr>
          <a:xfrm>
            <a:off x="7563013" y="2035791"/>
            <a:ext cx="558637" cy="90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771FEA48-7717-A12A-DDCE-8F6C2BC29FF2}"/>
              </a:ext>
            </a:extLst>
          </p:cNvPr>
          <p:cNvCxnSpPr>
            <a:cxnSpLocks/>
          </p:cNvCxnSpPr>
          <p:nvPr/>
        </p:nvCxnSpPr>
        <p:spPr>
          <a:xfrm flipH="1">
            <a:off x="8527362" y="2576964"/>
            <a:ext cx="400098" cy="2423726"/>
          </a:xfrm>
          <a:prstGeom prst="bentConnector3">
            <a:avLst>
              <a:gd name="adj1" fmla="val -8832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: Top Corners Snipped 124">
            <a:extLst>
              <a:ext uri="{FF2B5EF4-FFF2-40B4-BE49-F238E27FC236}">
                <a16:creationId xmlns:a16="http://schemas.microsoft.com/office/drawing/2014/main" id="{0C71B8F0-309F-4870-656D-8112361996A1}"/>
              </a:ext>
            </a:extLst>
          </p:cNvPr>
          <p:cNvSpPr/>
          <p:nvPr/>
        </p:nvSpPr>
        <p:spPr>
          <a:xfrm rot="16200000">
            <a:off x="8059063" y="4807428"/>
            <a:ext cx="617218" cy="386526"/>
          </a:xfrm>
          <a:prstGeom prst="snip2SameRect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Mux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0EB945F-6AFB-BB8B-1B70-51D812A103C8}"/>
              </a:ext>
            </a:extLst>
          </p:cNvPr>
          <p:cNvCxnSpPr>
            <a:cxnSpLocks/>
            <a:stCxn id="125" idx="3"/>
            <a:endCxn id="8" idx="3"/>
          </p:cNvCxnSpPr>
          <p:nvPr/>
        </p:nvCxnSpPr>
        <p:spPr>
          <a:xfrm flipH="1">
            <a:off x="7266642" y="5000691"/>
            <a:ext cx="9077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8DE9CC1-D6C1-49A3-D68E-BCA7FA37F45D}"/>
              </a:ext>
            </a:extLst>
          </p:cNvPr>
          <p:cNvSpPr/>
          <p:nvPr/>
        </p:nvSpPr>
        <p:spPr>
          <a:xfrm>
            <a:off x="7115828" y="4692080"/>
            <a:ext cx="1254125" cy="2786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Data_in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5FD7A217-9405-040C-A51C-2AB4CACBDCFB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3959440" y="3876492"/>
            <a:ext cx="2069996" cy="17840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40E0C12-B67E-1881-8AF0-2268B30C12EA}"/>
              </a:ext>
            </a:extLst>
          </p:cNvPr>
          <p:cNvSpPr/>
          <p:nvPr/>
        </p:nvSpPr>
        <p:spPr>
          <a:xfrm rot="5400000">
            <a:off x="4289180" y="3598118"/>
            <a:ext cx="1572224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Write_enable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2577737-9875-477E-DFFE-DBA1764A0835}"/>
              </a:ext>
            </a:extLst>
          </p:cNvPr>
          <p:cNvSpPr/>
          <p:nvPr/>
        </p:nvSpPr>
        <p:spPr>
          <a:xfrm>
            <a:off x="6459879" y="1955982"/>
            <a:ext cx="425112" cy="2786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FE482908-B68C-CD6C-563D-BF15A106EB5E}"/>
              </a:ext>
            </a:extLst>
          </p:cNvPr>
          <p:cNvSpPr/>
          <p:nvPr/>
        </p:nvSpPr>
        <p:spPr>
          <a:xfrm>
            <a:off x="7292896" y="2752291"/>
            <a:ext cx="425112" cy="2786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39A3977-043A-0026-CED1-9E5655C172B3}"/>
              </a:ext>
            </a:extLst>
          </p:cNvPr>
          <p:cNvCxnSpPr>
            <a:cxnSpLocks/>
          </p:cNvCxnSpPr>
          <p:nvPr/>
        </p:nvCxnSpPr>
        <p:spPr>
          <a:xfrm flipV="1">
            <a:off x="6828494" y="597563"/>
            <a:ext cx="0" cy="12297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3C41521-2C4A-563F-B037-D56D97BADAED}"/>
              </a:ext>
            </a:extLst>
          </p:cNvPr>
          <p:cNvCxnSpPr>
            <a:cxnSpLocks/>
          </p:cNvCxnSpPr>
          <p:nvPr/>
        </p:nvCxnSpPr>
        <p:spPr>
          <a:xfrm>
            <a:off x="6820275" y="589062"/>
            <a:ext cx="2890653" cy="68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2C03CB8D-A467-2344-3268-BCEFCD5AE5DD}"/>
              </a:ext>
            </a:extLst>
          </p:cNvPr>
          <p:cNvCxnSpPr>
            <a:cxnSpLocks/>
          </p:cNvCxnSpPr>
          <p:nvPr/>
        </p:nvCxnSpPr>
        <p:spPr>
          <a:xfrm rot="5400000">
            <a:off x="6847100" y="2346476"/>
            <a:ext cx="4587846" cy="1129017"/>
          </a:xfrm>
          <a:prstGeom prst="bentConnector3">
            <a:avLst>
              <a:gd name="adj1" fmla="val 1000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9503212-5F22-341B-DBE2-390E5E7EBB91}"/>
              </a:ext>
            </a:extLst>
          </p:cNvPr>
          <p:cNvCxnSpPr>
            <a:cxnSpLocks/>
          </p:cNvCxnSpPr>
          <p:nvPr/>
        </p:nvCxnSpPr>
        <p:spPr>
          <a:xfrm>
            <a:off x="1864680" y="1764678"/>
            <a:ext cx="737123" cy="71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C6A59A2-ED0F-C17E-5DA9-A4DB7CE3C39B}"/>
              </a:ext>
            </a:extLst>
          </p:cNvPr>
          <p:cNvSpPr/>
          <p:nvPr/>
        </p:nvSpPr>
        <p:spPr>
          <a:xfrm>
            <a:off x="2012415" y="1411203"/>
            <a:ext cx="618568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A1A52B56-4486-8956-70BA-58E4FB68413B}"/>
              </a:ext>
            </a:extLst>
          </p:cNvPr>
          <p:cNvCxnSpPr>
            <a:cxnSpLocks/>
          </p:cNvCxnSpPr>
          <p:nvPr/>
        </p:nvCxnSpPr>
        <p:spPr>
          <a:xfrm flipH="1">
            <a:off x="1864680" y="2482539"/>
            <a:ext cx="714681" cy="3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BF2A508-1E1B-762D-BE2A-29B5E5A27C5B}"/>
              </a:ext>
            </a:extLst>
          </p:cNvPr>
          <p:cNvSpPr/>
          <p:nvPr/>
        </p:nvSpPr>
        <p:spPr>
          <a:xfrm>
            <a:off x="1827347" y="2095952"/>
            <a:ext cx="768333" cy="32067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Addr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0AAEAB3D-1579-17A3-3D5F-7D0C268FB55B}"/>
              </a:ext>
            </a:extLst>
          </p:cNvPr>
          <p:cNvCxnSpPr>
            <a:cxnSpLocks/>
          </p:cNvCxnSpPr>
          <p:nvPr/>
        </p:nvCxnSpPr>
        <p:spPr>
          <a:xfrm>
            <a:off x="7058880" y="3758457"/>
            <a:ext cx="1505171" cy="1038019"/>
          </a:xfrm>
          <a:prstGeom prst="bentConnector3">
            <a:avLst>
              <a:gd name="adj1" fmla="val 12229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2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70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Sylvain Powis</dc:creator>
  <cp:lastModifiedBy>Sylvain Powis</cp:lastModifiedBy>
  <cp:revision>13</cp:revision>
  <dcterms:created xsi:type="dcterms:W3CDTF">2025-06-21T11:12:12Z</dcterms:created>
  <dcterms:modified xsi:type="dcterms:W3CDTF">2025-06-21T14:24:09Z</dcterms:modified>
</cp:coreProperties>
</file>